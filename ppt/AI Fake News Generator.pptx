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4" r:id="rId9"/>
  </p:sldIdLst>
  <p:sldSz cx="12192000" cy="6858000"/>
  <p:notesSz cx="6858000" cy="9144000"/>
  <p:embeddedFontLst>
    <p:embeddedFont>
      <p:font typeface="Urbanist" panose="020B0604020202020204" charset="0"/>
      <p:regular r:id="rId11"/>
      <p:bold r:id="rId12"/>
      <p:italic r:id="rId13"/>
      <p:boldItalic r:id="rId14"/>
    </p:embeddedFont>
    <p:embeddedFont>
      <p:font typeface="Urbanist Light" panose="020B0604020202020204" charset="0"/>
      <p:regular r:id="rId15"/>
      <p:bold r:id="rId16"/>
      <p:italic r:id="rId17"/>
      <p:boldItalic r:id="rId18"/>
    </p:embeddedFont>
    <p:embeddedFont>
      <p:font typeface="Urbanist SemiBold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9F3610-877D-48E3-8991-D298FD6BB370}">
  <a:tblStyle styleId="{999F3610-877D-48E3-8991-D298FD6BB3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03" autoAdjust="0"/>
  </p:normalViewPr>
  <p:slideViewPr>
    <p:cSldViewPr snapToGrid="0">
      <p:cViewPr varScale="1">
        <p:scale>
          <a:sx n="79" d="100"/>
          <a:sy n="79" d="100"/>
        </p:scale>
        <p:origin x="124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4987" y="1537394"/>
            <a:ext cx="8582025" cy="378306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00513" y="2118419"/>
            <a:ext cx="7790973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Fake News </a:t>
            </a:r>
            <a:r>
              <a:rPr lang="en-US" sz="5400" b="1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Generator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386012" y="3101280"/>
            <a:ext cx="741997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Project Presentation | AI Edge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386012" y="3847951"/>
            <a:ext cx="7419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Niels Denoo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81025" y="771525"/>
            <a:ext cx="519064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Wat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heb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ik</a:t>
            </a:r>
            <a:endParaRPr lang="en-US" sz="3600" b="1" i="0" u="none" strike="noStrike" cap="none" dirty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gebouwd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  <p:sp>
        <p:nvSpPr>
          <p:cNvPr id="123" name="Google Shape;123;p15"/>
          <p:cNvSpPr/>
          <p:nvPr/>
        </p:nvSpPr>
        <p:spPr>
          <a:xfrm>
            <a:off x="581025" y="2019300"/>
            <a:ext cx="4943475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2419350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Interactive AI Storytelling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20891" y="2655639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Dashboard </a:t>
            </a:r>
            <a:endParaRPr dirty="0"/>
          </a:p>
        </p:txBody>
      </p:sp>
      <p:sp>
        <p:nvSpPr>
          <p:cNvPr id="133" name="Google Shape;133;p15"/>
          <p:cNvSpPr txBox="1"/>
          <p:nvPr/>
        </p:nvSpPr>
        <p:spPr>
          <a:xfrm>
            <a:off x="581025" y="265104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dirty="0"/>
          </a:p>
        </p:txBody>
      </p:sp>
      <p:pic>
        <p:nvPicPr>
          <p:cNvPr id="3" name="Afbeelding 2" descr="Afbeelding met tekst, schermopname, software, Multimediasoftware&#10;&#10;Door AI gegenereerde inhoud is mogelijk onjuist.">
            <a:extLst>
              <a:ext uri="{FF2B5EF4-FFF2-40B4-BE49-F238E27FC236}">
                <a16:creationId xmlns:a16="http://schemas.microsoft.com/office/drawing/2014/main" id="{5F21E3F5-411F-7173-5748-E57A68D9B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759" y="631122"/>
            <a:ext cx="6657241" cy="3163500"/>
          </a:xfrm>
          <a:prstGeom prst="rect">
            <a:avLst/>
          </a:prstGeom>
        </p:spPr>
      </p:pic>
      <p:pic>
        <p:nvPicPr>
          <p:cNvPr id="7" name="Afbeelding 6" descr="Afbeelding met tekst, schermopname&#10;&#10;Door AI gegenereerde inhoud is mogelijk onjuist.">
            <a:extLst>
              <a:ext uri="{FF2B5EF4-FFF2-40B4-BE49-F238E27FC236}">
                <a16:creationId xmlns:a16="http://schemas.microsoft.com/office/drawing/2014/main" id="{D7F71A24-BF48-94D6-F12B-5A25B2B60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759" y="3769886"/>
            <a:ext cx="6637406" cy="2918464"/>
          </a:xfrm>
          <a:prstGeom prst="rect">
            <a:avLst/>
          </a:prstGeom>
        </p:spPr>
      </p:pic>
      <p:sp>
        <p:nvSpPr>
          <p:cNvPr id="6" name="Google Shape;133;p15">
            <a:extLst>
              <a:ext uri="{FF2B5EF4-FFF2-40B4-BE49-F238E27FC236}">
                <a16:creationId xmlns:a16="http://schemas.microsoft.com/office/drawing/2014/main" id="{D842E690-B890-0B2E-BF64-74DB3B5B0C6F}"/>
              </a:ext>
            </a:extLst>
          </p:cNvPr>
          <p:cNvSpPr txBox="1"/>
          <p:nvPr/>
        </p:nvSpPr>
        <p:spPr>
          <a:xfrm>
            <a:off x="581025" y="30194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dirty="0"/>
          </a:p>
        </p:txBody>
      </p:sp>
      <p:sp>
        <p:nvSpPr>
          <p:cNvPr id="9" name="Google Shape;125;p15">
            <a:extLst>
              <a:ext uri="{FF2B5EF4-FFF2-40B4-BE49-F238E27FC236}">
                <a16:creationId xmlns:a16="http://schemas.microsoft.com/office/drawing/2014/main" id="{EEB01381-5010-8E4D-277F-D72D364638CF}"/>
              </a:ext>
            </a:extLst>
          </p:cNvPr>
          <p:cNvSpPr txBox="1"/>
          <p:nvPr/>
        </p:nvSpPr>
        <p:spPr>
          <a:xfrm>
            <a:off x="920891" y="2993588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Artikel +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foto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1213" y="3076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2221" y="3076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73230" y="307657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04239" y="3076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057275" y="4157662"/>
            <a:ext cx="100774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17605" y="3743325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Load News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4152900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Selecteer categorie &amp; haal real-time artikelen op via NewsAPI.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3348614" y="3743325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Titles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3412033" y="4152900"/>
            <a:ext cx="2536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Llama3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herformuleert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titels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 User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kiest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meest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creatieve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8" name="Google Shape;148;p16"/>
          <p:cNvSpPr txBox="1"/>
          <p:nvPr/>
        </p:nvSpPr>
        <p:spPr>
          <a:xfrm>
            <a:off x="6179622" y="3743325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Direct Story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243042" y="4152900"/>
            <a:ext cx="25367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Bekijk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vervolg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kies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uit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3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unieke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verhaallijnen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9010631" y="3743325"/>
            <a:ext cx="266361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Generate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9074050" y="4152900"/>
            <a:ext cx="25367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Llama3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schrijft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het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volledige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verhaal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genereert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afbeelding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52" name="Google Shape;152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Werkende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Workflow</a:t>
            </a:r>
            <a:endParaRPr dirty="0"/>
          </a:p>
        </p:txBody>
      </p:sp>
      <p:sp>
        <p:nvSpPr>
          <p:cNvPr id="153" name="Google Shape;153;p16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10904"/>
            <a:ext cx="2578893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98043" y="2710904"/>
            <a:ext cx="2578893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5062" y="2710904"/>
            <a:ext cx="2578893" cy="253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32081" y="2710904"/>
            <a:ext cx="2578893" cy="2531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26578" y="3653879"/>
            <a:ext cx="22877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Backend Logic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781050" y="4063454"/>
            <a:ext cx="2178843" cy="625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Python 3.11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Pydantic</a:t>
            </a:r>
            <a:endParaRPr lang="en-US" sz="1200" b="0" i="0" u="none" strike="noStrike" cap="none" dirty="0">
              <a:solidFill>
                <a:srgbClr val="CCCCC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 algn="ctr">
              <a:lnSpc>
                <a:spcPct val="106666"/>
              </a:lnSpc>
            </a:pPr>
            <a:r>
              <a:rPr lang="en-US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LangChain</a:t>
            </a:r>
            <a:endParaRPr dirty="0"/>
          </a:p>
        </p:txBody>
      </p:sp>
      <p:sp>
        <p:nvSpPr>
          <p:cNvPr id="165" name="Google Shape;165;p17"/>
          <p:cNvSpPr txBox="1"/>
          <p:nvPr/>
        </p:nvSpPr>
        <p:spPr>
          <a:xfrm>
            <a:off x="3543597" y="3653879"/>
            <a:ext cx="22877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Models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3598068" y="4063454"/>
            <a:ext cx="2178843" cy="39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06666"/>
              </a:lnSpc>
            </a:pP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Ollama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(Llama3:8b)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Stable Diffusion (SDXL)</a:t>
            </a:r>
            <a:endParaRPr dirty="0"/>
          </a:p>
        </p:txBody>
      </p:sp>
      <p:sp>
        <p:nvSpPr>
          <p:cNvPr id="167" name="Google Shape;167;p17"/>
          <p:cNvSpPr txBox="1"/>
          <p:nvPr/>
        </p:nvSpPr>
        <p:spPr>
          <a:xfrm>
            <a:off x="6360616" y="3653879"/>
            <a:ext cx="22877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415087" y="4063454"/>
            <a:ext cx="2178843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Dash Framework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Bootstrap Components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Plotly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177635" y="3653879"/>
            <a:ext cx="22877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Infrastructure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9232106" y="4063454"/>
            <a:ext cx="2178843" cy="592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Docker Container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GitHub Actions </a:t>
            </a:r>
            <a:r>
              <a:rPr lang="en-US" sz="1200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workflow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dirty="0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703784" y="3034754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96990" y="303475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266384" y="303475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83403" y="303475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Technologie Stack</a:t>
            </a:r>
            <a:endParaRPr dirty="0"/>
          </a:p>
        </p:txBody>
      </p:sp>
      <p:sp>
        <p:nvSpPr>
          <p:cNvPr id="176" name="Google Shape;176;p17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32805"/>
            <a:ext cx="5276850" cy="2127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54696"/>
            <a:ext cx="5276850" cy="1883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58592"/>
            <a:ext cx="5276850" cy="1640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336702"/>
            <a:ext cx="5276850" cy="188386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781050" y="2028080"/>
            <a:ext cx="512064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1. TitleChain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781050" y="2437655"/>
            <a:ext cx="4876800" cy="79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10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Nieuwsartikelen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via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newsapi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Model: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Llama3:8b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Output: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3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Creatieve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geherformuleerde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titels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 JSON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formaat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met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robuuste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parsing.</a:t>
            </a:r>
            <a:endParaRPr dirty="0"/>
          </a:p>
        </p:txBody>
      </p:sp>
      <p:sp>
        <p:nvSpPr>
          <p:cNvPr id="207" name="Google Shape;207;p19"/>
          <p:cNvSpPr txBox="1"/>
          <p:nvPr/>
        </p:nvSpPr>
        <p:spPr>
          <a:xfrm>
            <a:off x="6534150" y="2149971"/>
            <a:ext cx="512064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2. ContinuationChain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6534150" y="2559546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Geselecteerd artikel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Logic: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Genereert 3 mogelijke plotwendingen of richtingen waarin het fake news verhaal kan gaan.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781050" y="4753867"/>
            <a:ext cx="512064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3. FinalStoryChain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781050" y="5163442"/>
            <a:ext cx="48768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Gekozen richting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Output:</a:t>
            </a: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Compleet nieuwsartikel van 300-500 woorden.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6534150" y="4631977"/>
            <a:ext cx="512064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4. ImageChain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6534150" y="5041552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Tech: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Stable Diffusion SDXL-Turbo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Process: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Lazy loading van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zware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ML libraries.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Genereert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1024x1024 visual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bij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het </a:t>
            </a:r>
            <a:r>
              <a:rPr lang="en-US" sz="12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verhaal</a:t>
            </a:r>
            <a:r>
              <a:rPr lang="en-US" sz="12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213" name="Google Shape;213;p19"/>
          <p:cNvSpPr txBox="1"/>
          <p:nvPr/>
        </p:nvSpPr>
        <p:spPr>
          <a:xfrm>
            <a:off x="743426" y="563164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	 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</a:t>
            </a:r>
            <a:r>
              <a:rPr lang="en-US" sz="3600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angc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hain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Implementatie</a:t>
            </a:r>
            <a:endParaRPr dirty="0"/>
          </a:p>
        </p:txBody>
      </p:sp>
      <p:sp>
        <p:nvSpPr>
          <p:cNvPr id="214" name="Google Shape;214;p19"/>
          <p:cNvSpPr/>
          <p:nvPr/>
        </p:nvSpPr>
        <p:spPr>
          <a:xfrm>
            <a:off x="581025" y="1276350"/>
            <a:ext cx="11029950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LangChain Logo Free Download SVG, PN... · LobeHub">
            <a:extLst>
              <a:ext uri="{FF2B5EF4-FFF2-40B4-BE49-F238E27FC236}">
                <a16:creationId xmlns:a16="http://schemas.microsoft.com/office/drawing/2014/main" id="{FE11B444-9902-552B-8AB6-3DC833BF5A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5000" b="72973" l="676" r="94595">
                        <a14:foregroundMark x1="52703" y1="43243" x2="52703" y2="43243"/>
                        <a14:foregroundMark x1="51351" y1="39865" x2="85811" y2="56081"/>
                        <a14:foregroundMark x1="85811" y1="56081" x2="53378" y2="72973"/>
                        <a14:foregroundMark x1="53378" y1="72973" x2="18243" y2="62838"/>
                        <a14:foregroundMark x1="18243" y1="62838" x2="55405" y2="68243"/>
                        <a14:foregroundMark x1="55405" y1="68243" x2="93919" y2="55405"/>
                        <a14:foregroundMark x1="93919" y1="55405" x2="18919" y2="55405"/>
                        <a14:foregroundMark x1="18919" y1="55405" x2="18241" y2="55235"/>
                        <a14:foregroundMark x1="60135" y1="68919" x2="93919" y2="49324"/>
                        <a14:foregroundMark x1="93919" y1="49324" x2="51351" y2="35135"/>
                        <a14:foregroundMark x1="51351" y1="35135" x2="12838" y2="41892"/>
                        <a14:foregroundMark x1="17640" y1="48027" x2="37162" y2="72973"/>
                        <a14:foregroundMark x1="12838" y1="41892" x2="13543" y2="42793"/>
                        <a14:foregroundMark x1="37162" y1="72973" x2="18133" y2="53944"/>
                        <a14:foregroundMark x1="17512" y1="46499" x2="46622" y2="33108"/>
                        <a14:foregroundMark x1="46622" y1="33108" x2="81081" y2="45270"/>
                        <a14:foregroundMark x1="81081" y1="45270" x2="85811" y2="52027"/>
                        <a14:foregroundMark x1="17464" y1="45925" x2="25676" y2="31081"/>
                        <a14:foregroundMark x1="8108" y1="62838" x2="10001" y2="59416"/>
                        <a14:foregroundMark x1="25676" y1="31081" x2="69595" y2="25000"/>
                        <a14:foregroundMark x1="69595" y1="25000" x2="87162" y2="54054"/>
                        <a14:foregroundMark x1="9683" y1="43114" x2="9459" y2="39865"/>
                        <a14:foregroundMark x1="10811" y1="59459" x2="10803" y2="59349"/>
                        <a14:foregroundMark x1="6757" y1="56081" x2="3378" y2="50000"/>
                        <a14:foregroundMark x1="4730" y1="57432" x2="676" y2="47973"/>
                        <a14:foregroundMark x1="93919" y1="45270" x2="93243" y2="47973"/>
                        <a14:foregroundMark x1="94595" y1="43243" x2="93919" y2="58108"/>
                        <a14:backgroundMark x1="238" y1="46774" x2="1351" y2="60135"/>
                        <a14:backgroundMark x1="0" y1="43919" x2="61" y2="446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950" b="22426"/>
          <a:stretch>
            <a:fillRect/>
          </a:stretch>
        </p:blipFill>
        <p:spPr bwMode="auto">
          <a:xfrm>
            <a:off x="353605" y="502903"/>
            <a:ext cx="1409700" cy="727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/>
          <p:nvPr/>
        </p:nvSpPr>
        <p:spPr>
          <a:xfrm>
            <a:off x="6667500" y="1352550"/>
            <a:ext cx="519064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Software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Architectuur</a:t>
            </a:r>
            <a:endParaRPr dirty="0"/>
          </a:p>
        </p:txBody>
      </p:sp>
      <p:sp>
        <p:nvSpPr>
          <p:cNvPr id="184" name="Google Shape;184;p18"/>
          <p:cNvSpPr/>
          <p:nvPr/>
        </p:nvSpPr>
        <p:spPr>
          <a:xfrm>
            <a:off x="6667500" y="2019300"/>
            <a:ext cx="4943475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667500" y="2609850"/>
            <a:ext cx="49434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architectuur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is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modulair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opgezet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om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stabiliteit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garanderen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7334250" y="3600450"/>
            <a:ext cx="42767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User: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Dash Web App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communiceert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via callbacks.</a:t>
            </a:r>
            <a:endParaRPr dirty="0"/>
          </a:p>
        </p:txBody>
      </p:sp>
      <p:sp>
        <p:nvSpPr>
          <p:cNvPr id="187" name="Google Shape;187;p18"/>
          <p:cNvSpPr txBox="1"/>
          <p:nvPr/>
        </p:nvSpPr>
        <p:spPr>
          <a:xfrm>
            <a:off x="7334250" y="4160282"/>
            <a:ext cx="42767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Business Logic: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`main.py`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coördineert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data flows.</a:t>
            </a:r>
            <a:endParaRPr dirty="0"/>
          </a:p>
        </p:txBody>
      </p:sp>
      <p:sp>
        <p:nvSpPr>
          <p:cNvPr id="188" name="Google Shape;188;p18"/>
          <p:cNvSpPr txBox="1"/>
          <p:nvPr/>
        </p:nvSpPr>
        <p:spPr>
          <a:xfrm>
            <a:off x="7334249" y="4655582"/>
            <a:ext cx="4276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AI Chains: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Geïsoleerde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modules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voor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specifieke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taken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TitleChain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ImageChain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89" name="Google Shape;189;p18"/>
          <p:cNvSpPr txBox="1"/>
          <p:nvPr/>
        </p:nvSpPr>
        <p:spPr>
          <a:xfrm>
            <a:off x="7334249" y="5505450"/>
            <a:ext cx="4276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Session State: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In-memory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opslag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per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gebruiker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(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geen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DB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nodig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).</a:t>
            </a:r>
            <a:endParaRPr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7048500" y="36004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7048500" y="416028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dirty="0"/>
          </a:p>
        </p:txBody>
      </p:sp>
      <p:sp>
        <p:nvSpPr>
          <p:cNvPr id="193" name="Google Shape;193;p18"/>
          <p:cNvSpPr txBox="1"/>
          <p:nvPr/>
        </p:nvSpPr>
        <p:spPr>
          <a:xfrm>
            <a:off x="7088875" y="4720114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7088875" y="54197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▹</a:t>
            </a:r>
            <a:endParaRPr dirty="0"/>
          </a:p>
        </p:txBody>
      </p:sp>
      <p:pic>
        <p:nvPicPr>
          <p:cNvPr id="3" name="Afbeelding 2" descr="Afbeelding met tekst, diagram, schermopname, Plan&#10;&#10;Door AI gegenereerde inhoud is mogelijk onjuist.">
            <a:extLst>
              <a:ext uri="{FF2B5EF4-FFF2-40B4-BE49-F238E27FC236}">
                <a16:creationId xmlns:a16="http://schemas.microsoft.com/office/drawing/2014/main" id="{6FBEE6FC-C1B4-1E38-0D4C-BFC88AC812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47" t="7802" r="12842" b="3051"/>
          <a:stretch>
            <a:fillRect/>
          </a:stretch>
        </p:blipFill>
        <p:spPr>
          <a:xfrm>
            <a:off x="0" y="534588"/>
            <a:ext cx="6612332" cy="5788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581025" y="1690687"/>
            <a:ext cx="554069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Timing Benchmarks</a:t>
            </a:r>
            <a:endParaRPr/>
          </a:p>
        </p:txBody>
      </p:sp>
      <p:graphicFrame>
        <p:nvGraphicFramePr>
          <p:cNvPr id="221" name="Google Shape;221;p20"/>
          <p:cNvGraphicFramePr/>
          <p:nvPr>
            <p:extLst>
              <p:ext uri="{D42A27DB-BD31-4B8C-83A1-F6EECF244321}">
                <p14:modId xmlns:p14="http://schemas.microsoft.com/office/powerpoint/2010/main" val="2306649537"/>
              </p:ext>
            </p:extLst>
          </p:nvPr>
        </p:nvGraphicFramePr>
        <p:xfrm>
          <a:off x="581025" y="2100262"/>
          <a:ext cx="5276850" cy="4162375"/>
        </p:xfrm>
        <a:graphic>
          <a:graphicData uri="http://schemas.openxmlformats.org/drawingml/2006/table">
            <a:tbl>
              <a:tblPr firstRow="1" bandRow="1">
                <a:noFill/>
                <a:tableStyleId>{999F3610-877D-48E3-8991-D298FD6BB370}</a:tableStyleId>
              </a:tblPr>
              <a:tblGrid>
                <a:gridCol w="283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FF7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Operatie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00FF7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Tijd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News Fetch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1-2 sec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Title Generation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5-8 sec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Final Story Gen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8-12 sec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Image Gen (SDXL)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30-60 sec 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 err="1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Totaal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Workflow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50-80 sec</a:t>
                      </a:r>
                      <a:endParaRPr sz="1500" b="0" i="0" u="none" strike="noStrike" cap="none" dirty="0">
                        <a:solidFill>
                          <a:schemeClr val="tx1"/>
                        </a:solidFill>
                        <a:latin typeface="Urbanist"/>
                        <a:ea typeface="Urbanist"/>
                        <a:cs typeface="Urbanist"/>
                        <a:sym typeface="Arial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6" name="Google Shape;226;p20"/>
          <p:cNvSpPr/>
          <p:nvPr/>
        </p:nvSpPr>
        <p:spPr>
          <a:xfrm>
            <a:off x="581025" y="3467100"/>
            <a:ext cx="27743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355330" y="3467100"/>
            <a:ext cx="25025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81025" y="4162425"/>
            <a:ext cx="27743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355330" y="4162425"/>
            <a:ext cx="25025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1025" y="4857750"/>
            <a:ext cx="27743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355330" y="4857750"/>
            <a:ext cx="25025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81025" y="5553075"/>
            <a:ext cx="27743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3355330" y="5553075"/>
            <a:ext cx="25025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81025" y="6248400"/>
            <a:ext cx="277430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355330" y="6248400"/>
            <a:ext cx="25025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81025" y="6994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Performance &amp; Resources</a:t>
            </a:r>
            <a:endParaRPr dirty="0"/>
          </a:p>
        </p:txBody>
      </p:sp>
      <p:sp>
        <p:nvSpPr>
          <p:cNvPr id="237" name="Google Shape;237;p20"/>
          <p:cNvSpPr/>
          <p:nvPr/>
        </p:nvSpPr>
        <p:spPr>
          <a:xfrm>
            <a:off x="581025" y="702319"/>
            <a:ext cx="11029950" cy="19050"/>
          </a:xfrm>
          <a:prstGeom prst="rect">
            <a:avLst/>
          </a:prstGeom>
          <a:solidFill>
            <a:srgbClr val="00F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8512" y="4462462"/>
            <a:ext cx="5514975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014412"/>
            <a:ext cx="11029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305276" y="1966912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 dirty="0" err="1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Vragen</a:t>
            </a:r>
            <a:r>
              <a:rPr lang="en-US" sz="7500" b="1" i="0" u="none" strike="noStrike" cap="none" dirty="0">
                <a:solidFill>
                  <a:srgbClr val="00FF7F"/>
                </a:solidFill>
                <a:latin typeface="Urbanist"/>
                <a:ea typeface="Urbanist"/>
                <a:cs typeface="Urbanist"/>
                <a:sym typeface="Urbanist"/>
              </a:rPr>
              <a:t>?</a:t>
            </a:r>
            <a:endParaRPr dirty="0"/>
          </a:p>
        </p:txBody>
      </p:sp>
      <p:sp>
        <p:nvSpPr>
          <p:cNvPr id="246" name="Google Shape;246;p21"/>
          <p:cNvSpPr txBox="1"/>
          <p:nvPr/>
        </p:nvSpPr>
        <p:spPr>
          <a:xfrm>
            <a:off x="581025" y="358616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Bedankt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voor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jullie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 err="1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aandacht</a:t>
            </a:r>
            <a:r>
              <a:rPr lang="en-US" sz="150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314</Words>
  <Application>Microsoft Office PowerPoint</Application>
  <PresentationFormat>Breedbeeld</PresentationFormat>
  <Paragraphs>64</Paragraphs>
  <Slides>8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Calibri</vt:lpstr>
      <vt:lpstr>Urbanist Light</vt:lpstr>
      <vt:lpstr>Arial</vt:lpstr>
      <vt:lpstr>Urbanist SemiBold</vt:lpstr>
      <vt:lpstr>Urbanist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Niels Denoo</cp:lastModifiedBy>
  <cp:revision>26</cp:revision>
  <dcterms:modified xsi:type="dcterms:W3CDTF">2025-12-17T14:06:52Z</dcterms:modified>
</cp:coreProperties>
</file>